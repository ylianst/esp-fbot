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0" r:id="rId3"/>
    <p:sldId id="259" r:id="rId4"/>
    <p:sldId id="261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A31270-C779-5C36-F967-51C40FC000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7E4B69-DD77-0375-D8C4-0126CA8D5D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C1E488-F483-2117-72D1-8705296E2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35CCE-55D4-41A9-BDB8-A4CE9CB703D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4B008E-47B7-5A84-FBEB-9ADB90A84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EEA89F-20F6-CE54-62CF-16B3211D9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A62A-E174-48F9-B2C6-7DE17A5DA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153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87815-51CE-ED26-3AB1-4439F7810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4AF359-1D1C-46BF-7C4D-4ED279A61A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8F2D1D-D77C-C90D-C56B-EC0E58230B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35CCE-55D4-41A9-BDB8-A4CE9CB703D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04C01D-D70A-E6A7-3C75-5507B1A9E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9EF46D-D4F1-6B57-8A92-D9ECA5B46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A62A-E174-48F9-B2C6-7DE17A5DA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728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6F531-F677-1FAA-9DB6-BF1E5755C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56D82F-1A19-E791-3209-84BECB6EE4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D133D2-042C-2336-30F9-CC4F664D3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35CCE-55D4-41A9-BDB8-A4CE9CB703D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75E890-B081-B21C-1B96-15875746E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3C10DF-C5CF-E2BD-7995-66B0F2945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A62A-E174-48F9-B2C6-7DE17A5DA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6144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C70AF-F12A-894D-B4EB-2D96374B0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BBF40-8FD4-022F-60A1-F49BDED4B6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BF5A0D-5732-A37B-1075-83050DB8E9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57DE2B-F463-0D96-DBC1-A77812753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35CCE-55D4-41A9-BDB8-A4CE9CB703D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98626D-7D0E-5CA0-B4F4-D7B1FCE51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F9AD88-4862-A5F8-6C86-7E6B8DC6F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A62A-E174-48F9-B2C6-7DE17A5DA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66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6164F-6623-B8EB-A1E1-6EF740DAC1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3177DF-1636-54AF-58E1-8958895007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534704-0B95-BBDE-6989-51160BC53A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912A10-000D-F209-8927-F9DDF3B115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7D8FA7-46CB-7FF8-580E-00BED5E9FD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F037BE-096C-9CED-079A-32D56E355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35CCE-55D4-41A9-BDB8-A4CE9CB703D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E64495-1D25-A4A6-43FB-9E8B966A5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4EE0DC-30B4-5975-56E1-9AAE9F53D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A62A-E174-48F9-B2C6-7DE17A5DA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541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5F007-002B-BD43-6E67-100941DF4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1720DD-CA09-BA8B-3689-451731F1D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35CCE-55D4-41A9-BDB8-A4CE9CB703D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5FA6CF-1F83-6422-8092-10F008536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FC0CF9-3EC7-E70A-8CDB-01FFEF409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A62A-E174-48F9-B2C6-7DE17A5DA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9942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6E3525-AA7D-8097-59CE-3EA5FE160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35CCE-55D4-41A9-BDB8-A4CE9CB703D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FBBF777-9768-06BF-4977-D56671B37E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7BACD0-BD0B-FD61-42A9-5B8CFDD08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A62A-E174-48F9-B2C6-7DE17A5DA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5863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9C763-7B56-C4A3-6C81-DCEC02929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547ED5-61E3-7783-710D-A58FB1F28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FC9238-F4BD-B06F-E0B6-7354D6035B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7F48DD-A6F4-2A76-BAD1-0217A1B3AC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35CCE-55D4-41A9-BDB8-A4CE9CB703D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EA9055-B05F-15B6-CB4B-8DF9114BE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41AE89-C13D-32C7-20EE-25538A5E1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A62A-E174-48F9-B2C6-7DE17A5DA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0108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F31BE-3D24-53F6-F963-7E5BF09B0B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12F364-8C22-FE11-F1DA-9F84756650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F3D0D7-A72A-0127-21CE-B6D6D259EC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C6CC68-1166-C1D9-4116-2903874D5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35CCE-55D4-41A9-BDB8-A4CE9CB703D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19B105-0F26-7EF2-5280-35D131830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C193C0-3923-9CC3-4E89-9FE14D122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A62A-E174-48F9-B2C6-7DE17A5DA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243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F9AEE-8ABF-27DE-3FA6-FA44F7AE2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39C821-FCB6-94E5-FC2D-493E4C3BE5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B6CC76-4459-7D84-96B7-3C7ACE110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35CCE-55D4-41A9-BDB8-A4CE9CB703D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1EAC66-B40A-9133-4092-BA364FAD4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E4C643-390D-B036-A52E-1464D7D76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A62A-E174-48F9-B2C6-7DE17A5DA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460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144EAD-A797-D7E8-9890-B8E409A895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5F943A-7378-3B2D-B3CF-2A9A42934F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A95D93-BFE5-3E84-D09F-7575C2025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35CCE-55D4-41A9-BDB8-A4CE9CB703D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CC18E4-A822-6457-66D5-A708C0A06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3C1DA3-B587-156B-9BFA-F36B494EA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8A62A-E174-48F9-B2C6-7DE17A5DA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2216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269111-0065-448C-A097-CD358D7BD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56B51B-E2DD-F0AF-E144-D4E501D4B2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63AAAD-ADD4-A470-A8CD-D5F583484D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735CCE-55D4-41A9-BDB8-A4CE9CB703D2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437D03-56B7-B791-5B0E-4D9A2F3DD0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EEA801-9F5A-28E3-822A-E88409E7C0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78A62A-E174-48F9-B2C6-7DE17A5DA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160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714E3BD0-F48D-F18B-09DD-BEC43F305A1E}"/>
              </a:ext>
            </a:extLst>
          </p:cNvPr>
          <p:cNvGrpSpPr/>
          <p:nvPr/>
        </p:nvGrpSpPr>
        <p:grpSpPr>
          <a:xfrm>
            <a:off x="1756326" y="436235"/>
            <a:ext cx="9372977" cy="6267566"/>
            <a:chOff x="1756326" y="436235"/>
            <a:chExt cx="9372977" cy="6267566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DC009C10-B0F4-5E07-FFD9-35BDA00340EA}"/>
                </a:ext>
              </a:extLst>
            </p:cNvPr>
            <p:cNvSpPr/>
            <p:nvPr/>
          </p:nvSpPr>
          <p:spPr>
            <a:xfrm>
              <a:off x="2397360" y="1181100"/>
              <a:ext cx="2803290" cy="2973885"/>
            </a:xfrm>
            <a:custGeom>
              <a:avLst/>
              <a:gdLst>
                <a:gd name="connsiteX0" fmla="*/ 679215 w 2803290"/>
                <a:gd name="connsiteY0" fmla="*/ 2276475 h 2276475"/>
                <a:gd name="connsiteX1" fmla="*/ 126765 w 2803290"/>
                <a:gd name="connsiteY1" fmla="*/ 447675 h 2276475"/>
                <a:gd name="connsiteX2" fmla="*/ 2803290 w 2803290"/>
                <a:gd name="connsiteY2" fmla="*/ 0 h 2276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03290" h="2276475">
                  <a:moveTo>
                    <a:pt x="679215" y="2276475"/>
                  </a:moveTo>
                  <a:cubicBezTo>
                    <a:pt x="225983" y="1551781"/>
                    <a:pt x="-227248" y="827088"/>
                    <a:pt x="126765" y="447675"/>
                  </a:cubicBezTo>
                  <a:cubicBezTo>
                    <a:pt x="480778" y="68262"/>
                    <a:pt x="1642034" y="34131"/>
                    <a:pt x="2803290" y="0"/>
                  </a:cubicBezTo>
                </a:path>
              </a:pathLst>
            </a:custGeom>
            <a:noFill/>
            <a:ln w="38100">
              <a:solidFill>
                <a:schemeClr val="accent3"/>
              </a:solidFill>
              <a:prstDash val="sysDash"/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2145C32-E9C0-D233-7642-461DE483166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68033" y="1209233"/>
              <a:ext cx="3116850" cy="5212532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A837D5E-D4E4-167A-DECE-7848CA48C3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81970" y="436235"/>
              <a:ext cx="3147333" cy="255292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481A271-636C-FFA1-4777-02DF7D1330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55823" y="3784831"/>
              <a:ext cx="2542945" cy="2918970"/>
            </a:xfrm>
            <a:prstGeom prst="rect">
              <a:avLst/>
            </a:prstGeom>
          </p:spPr>
        </p:pic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13C095A-4A66-F17C-9C63-19FF53068478}"/>
                </a:ext>
              </a:extLst>
            </p:cNvPr>
            <p:cNvGrpSpPr/>
            <p:nvPr/>
          </p:nvGrpSpPr>
          <p:grpSpPr>
            <a:xfrm>
              <a:off x="5309950" y="436235"/>
              <a:ext cx="1572100" cy="1572100"/>
              <a:chOff x="2329508" y="1349121"/>
              <a:chExt cx="1572100" cy="1572100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87D18325-A25B-D337-65A1-A53E9DDBEFCB}"/>
                  </a:ext>
                </a:extLst>
              </p:cNvPr>
              <p:cNvSpPr/>
              <p:nvPr/>
            </p:nvSpPr>
            <p:spPr>
              <a:xfrm>
                <a:off x="2441542" y="1461155"/>
                <a:ext cx="1348033" cy="1348033"/>
              </a:xfrm>
              <a:prstGeom prst="roundRect">
                <a:avLst/>
              </a:prstGeom>
              <a:solidFill>
                <a:schemeClr val="bg1"/>
              </a:solidFill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A352796D-D1D0-EC11-6894-17536CA915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329508" y="1349121"/>
                <a:ext cx="1572100" cy="1572100"/>
              </a:xfrm>
              <a:prstGeom prst="rect">
                <a:avLst/>
              </a:prstGeom>
            </p:spPr>
          </p:pic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90AC3B7-9476-43AD-3CF7-8AF5FDC51336}"/>
                </a:ext>
              </a:extLst>
            </p:cNvPr>
            <p:cNvSpPr txBox="1"/>
            <p:nvPr/>
          </p:nvSpPr>
          <p:spPr>
            <a:xfrm>
              <a:off x="5586630" y="1996544"/>
              <a:ext cx="10187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Home</a:t>
              </a:r>
              <a:br>
                <a:rPr lang="en-US" dirty="0"/>
              </a:br>
              <a:r>
                <a:rPr lang="en-US" dirty="0"/>
                <a:t>Assistant</a:t>
              </a:r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D3650F26-F4C2-F2D9-B00C-25747D31687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56326" y="823176"/>
              <a:ext cx="1519576" cy="1370305"/>
            </a:xfrm>
            <a:prstGeom prst="rect">
              <a:avLst/>
            </a:prstGeom>
            <a:effectLst>
              <a:outerShdw blurRad="177800" dist="38100" dir="5400000" sx="101000" sy="101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ADCFF3A0-1E72-7BDA-EF51-14EFEB3DED0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99005" y="550535"/>
              <a:ext cx="785904" cy="639366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26BF9A6A-AAD6-D781-44A0-211C4436112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5742" y="2706838"/>
              <a:ext cx="564636" cy="564636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91C97DA-578A-4199-14E4-9782D6AE05E8}"/>
                </a:ext>
              </a:extLst>
            </p:cNvPr>
            <p:cNvSpPr txBox="1"/>
            <p:nvPr/>
          </p:nvSpPr>
          <p:spPr>
            <a:xfrm>
              <a:off x="3094893" y="1756614"/>
              <a:ext cx="81189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ESP32</a:t>
              </a:r>
              <a:br>
                <a:rPr lang="en-US" dirty="0"/>
              </a:br>
              <a:r>
                <a:rPr lang="en-US" dirty="0"/>
                <a:t>Device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9B0704B-80CE-8B31-4A1A-F206239FD7C0}"/>
                </a:ext>
              </a:extLst>
            </p:cNvPr>
            <p:cNvSpPr txBox="1"/>
            <p:nvPr/>
          </p:nvSpPr>
          <p:spPr>
            <a:xfrm>
              <a:off x="4332697" y="4942751"/>
              <a:ext cx="125393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FOSSiBOT</a:t>
              </a:r>
              <a:br>
                <a:rPr lang="en-US" dirty="0"/>
              </a:br>
              <a:r>
                <a:rPr lang="en-US" dirty="0"/>
                <a:t>SYDPOWER</a:t>
              </a:r>
              <a:br>
                <a:rPr lang="en-US" dirty="0"/>
              </a:br>
              <a:r>
                <a:rPr lang="en-US" dirty="0"/>
                <a:t>AFERIY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E2394EF-1853-64FF-B7B8-F9AC0F94AA35}"/>
                </a:ext>
              </a:extLst>
            </p:cNvPr>
            <p:cNvSpPr txBox="1"/>
            <p:nvPr/>
          </p:nvSpPr>
          <p:spPr>
            <a:xfrm>
              <a:off x="4689956" y="3363385"/>
              <a:ext cx="1464055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Fully local</a:t>
              </a:r>
              <a:br>
                <a:rPr lang="en-US" b="1" dirty="0"/>
              </a:br>
              <a:r>
                <a:rPr lang="en-US" b="1" dirty="0"/>
                <a:t>Battery</a:t>
              </a:r>
              <a:br>
                <a:rPr lang="en-US" b="1" dirty="0"/>
              </a:br>
              <a:r>
                <a:rPr lang="en-US" b="1" dirty="0"/>
                <a:t>Management</a:t>
              </a: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B7528C4-F143-B792-69C1-162C9A32A4F8}"/>
                </a:ext>
              </a:extLst>
            </p:cNvPr>
            <p:cNvCxnSpPr/>
            <p:nvPr/>
          </p:nvCxnSpPr>
          <p:spPr>
            <a:xfrm flipV="1">
              <a:off x="5929460" y="3271474"/>
              <a:ext cx="675910" cy="54402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800719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4433E-B064-6C35-260A-98E981B0E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5FF1D18-C189-BA88-787D-56587E273232}"/>
              </a:ext>
            </a:extLst>
          </p:cNvPr>
          <p:cNvSpPr/>
          <p:nvPr/>
        </p:nvSpPr>
        <p:spPr>
          <a:xfrm>
            <a:off x="2397360" y="1181100"/>
            <a:ext cx="2803290" cy="2973885"/>
          </a:xfrm>
          <a:custGeom>
            <a:avLst/>
            <a:gdLst>
              <a:gd name="connsiteX0" fmla="*/ 679215 w 2803290"/>
              <a:gd name="connsiteY0" fmla="*/ 2276475 h 2276475"/>
              <a:gd name="connsiteX1" fmla="*/ 126765 w 2803290"/>
              <a:gd name="connsiteY1" fmla="*/ 447675 h 2276475"/>
              <a:gd name="connsiteX2" fmla="*/ 2803290 w 2803290"/>
              <a:gd name="connsiteY2" fmla="*/ 0 h 2276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03290" h="2276475">
                <a:moveTo>
                  <a:pt x="679215" y="2276475"/>
                </a:moveTo>
                <a:cubicBezTo>
                  <a:pt x="225983" y="1551781"/>
                  <a:pt x="-227248" y="827088"/>
                  <a:pt x="126765" y="447675"/>
                </a:cubicBezTo>
                <a:cubicBezTo>
                  <a:pt x="480778" y="68262"/>
                  <a:pt x="1642034" y="34131"/>
                  <a:pt x="2803290" y="0"/>
                </a:cubicBezTo>
              </a:path>
            </a:pathLst>
          </a:custGeom>
          <a:noFill/>
          <a:ln w="38100">
            <a:solidFill>
              <a:schemeClr val="accent3"/>
            </a:solidFill>
            <a:prstDash val="sysDash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09AB5A-4E8E-96C7-75F4-8D98F57D3E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8033" y="1209233"/>
            <a:ext cx="3116850" cy="521253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A070D71-4C26-C1B0-5DE4-ADE9562A1C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81970" y="436235"/>
            <a:ext cx="3147333" cy="255292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D9C46F3-90A8-ACF3-F15B-D493EFCE5A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5823" y="3784831"/>
            <a:ext cx="2542945" cy="2918970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F6063694-F7F5-E219-043F-527886087A7C}"/>
              </a:ext>
            </a:extLst>
          </p:cNvPr>
          <p:cNvGrpSpPr/>
          <p:nvPr/>
        </p:nvGrpSpPr>
        <p:grpSpPr>
          <a:xfrm>
            <a:off x="5309950" y="436235"/>
            <a:ext cx="1572100" cy="1572100"/>
            <a:chOff x="2329508" y="1349121"/>
            <a:chExt cx="1572100" cy="1572100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CEC39AAE-8F2D-BD8A-C490-9CC0C05ECCB5}"/>
                </a:ext>
              </a:extLst>
            </p:cNvPr>
            <p:cNvSpPr/>
            <p:nvPr/>
          </p:nvSpPr>
          <p:spPr>
            <a:xfrm>
              <a:off x="2441542" y="1461155"/>
              <a:ext cx="1348033" cy="1348033"/>
            </a:xfrm>
            <a:prstGeom prst="roundRect">
              <a:avLst/>
            </a:prstGeom>
            <a:solidFill>
              <a:schemeClr val="bg1"/>
            </a:solidFill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225B6E4-A256-C10F-5FD1-3DFB51A9612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29508" y="1349121"/>
              <a:ext cx="1572100" cy="1572100"/>
            </a:xfrm>
            <a:prstGeom prst="rect">
              <a:avLst/>
            </a:prstGeom>
          </p:spPr>
        </p:pic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6AA23F15-FEF3-A611-ABBA-507F4FEAE605}"/>
              </a:ext>
            </a:extLst>
          </p:cNvPr>
          <p:cNvSpPr txBox="1"/>
          <p:nvPr/>
        </p:nvSpPr>
        <p:spPr>
          <a:xfrm>
            <a:off x="5586630" y="1996544"/>
            <a:ext cx="10187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Home</a:t>
            </a:r>
            <a:br>
              <a:rPr lang="en-US" dirty="0"/>
            </a:br>
            <a:r>
              <a:rPr lang="en-US" dirty="0"/>
              <a:t>Assistant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88F0C50-D978-2516-3012-3846082C66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56326" y="823176"/>
            <a:ext cx="1519576" cy="1370305"/>
          </a:xfrm>
          <a:prstGeom prst="rect">
            <a:avLst/>
          </a:prstGeom>
          <a:effectLst>
            <a:outerShdw blurRad="177800" dist="38100" dir="5400000" sx="101000" sy="101000" algn="t" rotWithShape="0">
              <a:prstClr val="black">
                <a:alpha val="40000"/>
              </a:prst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D3C260F8-04C1-59AB-D2B8-96838699FC9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9005" y="550535"/>
            <a:ext cx="785904" cy="63936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2FCB469-2458-1902-CCBD-C2642C59AC2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5742" y="2706838"/>
            <a:ext cx="564636" cy="564636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34E6490-056A-5978-DF16-99B26E56A4BD}"/>
              </a:ext>
            </a:extLst>
          </p:cNvPr>
          <p:cNvSpPr txBox="1"/>
          <p:nvPr/>
        </p:nvSpPr>
        <p:spPr>
          <a:xfrm>
            <a:off x="2923116" y="1756614"/>
            <a:ext cx="11554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ESP-Home</a:t>
            </a:r>
            <a:br>
              <a:rPr lang="en-US" dirty="0"/>
            </a:br>
            <a:r>
              <a:rPr lang="en-US" dirty="0"/>
              <a:t>Device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0DC70C8-0BD9-8E45-C236-1DEF45454B1E}"/>
              </a:ext>
            </a:extLst>
          </p:cNvPr>
          <p:cNvSpPr txBox="1"/>
          <p:nvPr/>
        </p:nvSpPr>
        <p:spPr>
          <a:xfrm>
            <a:off x="4332697" y="4942751"/>
            <a:ext cx="125393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FOSSiBOT</a:t>
            </a:r>
            <a:br>
              <a:rPr lang="en-US" dirty="0"/>
            </a:br>
            <a:r>
              <a:rPr lang="en-US" dirty="0"/>
              <a:t>SYDPOWER</a:t>
            </a:r>
            <a:br>
              <a:rPr lang="en-US" dirty="0"/>
            </a:br>
            <a:r>
              <a:rPr lang="en-US" dirty="0"/>
              <a:t>AFERIY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123406-0C99-74CA-A857-6B1A031B6057}"/>
              </a:ext>
            </a:extLst>
          </p:cNvPr>
          <p:cNvSpPr txBox="1"/>
          <p:nvPr/>
        </p:nvSpPr>
        <p:spPr>
          <a:xfrm>
            <a:off x="4689956" y="3363385"/>
            <a:ext cx="146405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Fully local</a:t>
            </a:r>
            <a:br>
              <a:rPr lang="en-US" b="1" dirty="0"/>
            </a:br>
            <a:r>
              <a:rPr lang="en-US" b="1" dirty="0"/>
              <a:t>Battery</a:t>
            </a:r>
            <a:br>
              <a:rPr lang="en-US" b="1" dirty="0"/>
            </a:br>
            <a:r>
              <a:rPr lang="en-US" b="1" dirty="0"/>
              <a:t>Management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7E1474F-78AF-E55D-6FCF-EAE10EE55075}"/>
              </a:ext>
            </a:extLst>
          </p:cNvPr>
          <p:cNvCxnSpPr/>
          <p:nvPr/>
        </p:nvCxnSpPr>
        <p:spPr>
          <a:xfrm flipV="1">
            <a:off x="5929460" y="3271474"/>
            <a:ext cx="675910" cy="5440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15417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559BAA02-7D48-365D-6217-2E05776B2B85}"/>
              </a:ext>
            </a:extLst>
          </p:cNvPr>
          <p:cNvGrpSpPr/>
          <p:nvPr/>
        </p:nvGrpSpPr>
        <p:grpSpPr>
          <a:xfrm>
            <a:off x="2618695" y="1716518"/>
            <a:ext cx="6855283" cy="3055056"/>
            <a:chOff x="2618695" y="1716518"/>
            <a:chExt cx="6855283" cy="3055056"/>
          </a:xfrm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6E4EC5B-AE91-B051-F2A4-B8CF2C6C1294}"/>
                </a:ext>
              </a:extLst>
            </p:cNvPr>
            <p:cNvSpPr/>
            <p:nvPr/>
          </p:nvSpPr>
          <p:spPr>
            <a:xfrm>
              <a:off x="4257675" y="1716518"/>
              <a:ext cx="3590925" cy="1969657"/>
            </a:xfrm>
            <a:custGeom>
              <a:avLst/>
              <a:gdLst>
                <a:gd name="connsiteX0" fmla="*/ 0 w 3590925"/>
                <a:gd name="connsiteY0" fmla="*/ 1969657 h 1969657"/>
                <a:gd name="connsiteX1" fmla="*/ 1390650 w 3590925"/>
                <a:gd name="connsiteY1" fmla="*/ 93232 h 1969657"/>
                <a:gd name="connsiteX2" fmla="*/ 3590925 w 3590925"/>
                <a:gd name="connsiteY2" fmla="*/ 455182 h 1969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590925" h="1969657">
                  <a:moveTo>
                    <a:pt x="0" y="1969657"/>
                  </a:moveTo>
                  <a:cubicBezTo>
                    <a:pt x="396081" y="1157650"/>
                    <a:pt x="792163" y="345644"/>
                    <a:pt x="1390650" y="93232"/>
                  </a:cubicBezTo>
                  <a:cubicBezTo>
                    <a:pt x="1989138" y="-159181"/>
                    <a:pt x="2790031" y="148000"/>
                    <a:pt x="3590925" y="455182"/>
                  </a:cubicBezTo>
                </a:path>
              </a:pathLst>
            </a:custGeom>
            <a:noFill/>
            <a:ln w="38100">
              <a:solidFill>
                <a:schemeClr val="accent3"/>
              </a:solidFill>
              <a:prstDash val="sysDash"/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7F43081-7E3B-8A46-F514-14D8C363D43D}"/>
                </a:ext>
              </a:extLst>
            </p:cNvPr>
            <p:cNvCxnSpPr>
              <a:stCxn id="13" idx="3"/>
            </p:cNvCxnSpPr>
            <p:nvPr/>
          </p:nvCxnSpPr>
          <p:spPr>
            <a:xfrm flipV="1">
              <a:off x="7176252" y="3937498"/>
              <a:ext cx="634247" cy="20130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C3274FB5-7C7C-0391-89AA-5A62B2DDB8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324913" y="1733115"/>
              <a:ext cx="2149065" cy="3038459"/>
            </a:xfrm>
            <a:prstGeom prst="rect">
              <a:avLst/>
            </a:prstGeom>
          </p:spPr>
        </p:pic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6D3D876E-1C01-C59C-B7C9-B6809A2D6E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11097" y="3252346"/>
              <a:ext cx="1519576" cy="1370305"/>
            </a:xfrm>
            <a:prstGeom prst="rect">
              <a:avLst/>
            </a:prstGeom>
            <a:effectLst>
              <a:outerShdw blurRad="177800" dist="38100" dir="5400000" sx="101000" sy="101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6EF5BC17-EDE7-A608-388E-E999DB47E3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42075" y="2226189"/>
              <a:ext cx="564636" cy="564636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B3123C1-62A9-32F8-9C9F-4442FC918D62}"/>
                </a:ext>
              </a:extLst>
            </p:cNvPr>
            <p:cNvSpPr txBox="1"/>
            <p:nvPr/>
          </p:nvSpPr>
          <p:spPr>
            <a:xfrm>
              <a:off x="2618695" y="2070951"/>
              <a:ext cx="198047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Press the button to</a:t>
              </a:r>
              <a:br>
                <a:rPr lang="en-US" dirty="0"/>
              </a:br>
              <a:r>
                <a:rPr lang="en-US" dirty="0"/>
                <a:t>toggle a function.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13E245F8-E40D-D934-83E3-ECF0ABAD45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61359" y="2717282"/>
              <a:ext cx="1" cy="880811"/>
            </a:xfrm>
            <a:prstGeom prst="straightConnector1">
              <a:avLst/>
            </a:prstGeom>
            <a:ln w="60325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84E1B36-3217-9C73-9BF7-111467FE6389}"/>
                </a:ext>
              </a:extLst>
            </p:cNvPr>
            <p:cNvSpPr txBox="1"/>
            <p:nvPr/>
          </p:nvSpPr>
          <p:spPr>
            <a:xfrm>
              <a:off x="5918340" y="2096278"/>
              <a:ext cx="12178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Toggle USB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BD335C8-B999-D8EC-0B56-452AA2D57B32}"/>
                </a:ext>
              </a:extLst>
            </p:cNvPr>
            <p:cNvSpPr txBox="1"/>
            <p:nvPr/>
          </p:nvSpPr>
          <p:spPr>
            <a:xfrm>
              <a:off x="5720911" y="2717282"/>
              <a:ext cx="11056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Toggle DC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99DC5A4-2D92-0D53-7911-45EAF2CD540E}"/>
                </a:ext>
              </a:extLst>
            </p:cNvPr>
            <p:cNvSpPr txBox="1"/>
            <p:nvPr/>
          </p:nvSpPr>
          <p:spPr>
            <a:xfrm>
              <a:off x="5729513" y="3252345"/>
              <a:ext cx="10943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Toggle AC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8D6A243-DCC0-9DA0-DF9D-8DC38AEE0C5F}"/>
                </a:ext>
              </a:extLst>
            </p:cNvPr>
            <p:cNvSpPr txBox="1"/>
            <p:nvPr/>
          </p:nvSpPr>
          <p:spPr>
            <a:xfrm>
              <a:off x="5880384" y="3873349"/>
              <a:ext cx="1295868" cy="5309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Toggle Light</a:t>
              </a:r>
              <a:br>
                <a:rPr lang="en-US" dirty="0"/>
              </a:br>
              <a:r>
                <a:rPr lang="en-US" sz="1050" dirty="0"/>
                <a:t>(In back)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802D709-327A-8072-E5C8-87CE0CA3F94A}"/>
                </a:ext>
              </a:extLst>
            </p:cNvPr>
            <p:cNvCxnSpPr>
              <a:stCxn id="10" idx="3"/>
            </p:cNvCxnSpPr>
            <p:nvPr/>
          </p:nvCxnSpPr>
          <p:spPr>
            <a:xfrm>
              <a:off x="7136174" y="2280944"/>
              <a:ext cx="1036275" cy="50988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8D7FA85-A56F-A648-86CA-D87F0F82A1E6}"/>
                </a:ext>
              </a:extLst>
            </p:cNvPr>
            <p:cNvCxnSpPr>
              <a:stCxn id="11" idx="3"/>
            </p:cNvCxnSpPr>
            <p:nvPr/>
          </p:nvCxnSpPr>
          <p:spPr>
            <a:xfrm>
              <a:off x="6826535" y="2901948"/>
              <a:ext cx="1155414" cy="35039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CCB8B48-352B-B4ED-778B-9DF6ABB34562}"/>
                </a:ext>
              </a:extLst>
            </p:cNvPr>
            <p:cNvCxnSpPr>
              <a:stCxn id="12" idx="3"/>
            </p:cNvCxnSpPr>
            <p:nvPr/>
          </p:nvCxnSpPr>
          <p:spPr>
            <a:xfrm>
              <a:off x="6823852" y="3437011"/>
              <a:ext cx="1158097" cy="36346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50284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EA4B3-B394-EF34-7CBD-3D10DF6E9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B2600055-C224-B1E1-614B-066D7D2D2F70}"/>
              </a:ext>
            </a:extLst>
          </p:cNvPr>
          <p:cNvGrpSpPr/>
          <p:nvPr/>
        </p:nvGrpSpPr>
        <p:grpSpPr>
          <a:xfrm>
            <a:off x="2710858" y="768448"/>
            <a:ext cx="7382245" cy="5321104"/>
            <a:chOff x="2091733" y="253814"/>
            <a:chExt cx="7382245" cy="5321104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C37ACF22-64E5-DF77-A868-DE0985A1CDE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58313" y="1063166"/>
              <a:ext cx="785904" cy="639366"/>
            </a:xfrm>
            <a:prstGeom prst="rect">
              <a:avLst/>
            </a:prstGeom>
          </p:spPr>
        </p:pic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AE516F73-E086-4335-74AB-0E41D5404C7F}"/>
                </a:ext>
              </a:extLst>
            </p:cNvPr>
            <p:cNvSpPr/>
            <p:nvPr/>
          </p:nvSpPr>
          <p:spPr>
            <a:xfrm>
              <a:off x="3181350" y="885825"/>
              <a:ext cx="1038332" cy="2552700"/>
            </a:xfrm>
            <a:custGeom>
              <a:avLst/>
              <a:gdLst>
                <a:gd name="connsiteX0" fmla="*/ 1038225 w 1038332"/>
                <a:gd name="connsiteY0" fmla="*/ 2552700 h 2552700"/>
                <a:gd name="connsiteX1" fmla="*/ 866775 w 1038332"/>
                <a:gd name="connsiteY1" fmla="*/ 733425 h 2552700"/>
                <a:gd name="connsiteX2" fmla="*/ 0 w 1038332"/>
                <a:gd name="connsiteY2" fmla="*/ 0 h 2552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38332" h="2552700">
                  <a:moveTo>
                    <a:pt x="1038225" y="2552700"/>
                  </a:moveTo>
                  <a:cubicBezTo>
                    <a:pt x="1039018" y="1855787"/>
                    <a:pt x="1039812" y="1158875"/>
                    <a:pt x="866775" y="733425"/>
                  </a:cubicBezTo>
                  <a:cubicBezTo>
                    <a:pt x="693738" y="307975"/>
                    <a:pt x="346869" y="153987"/>
                    <a:pt x="0" y="0"/>
                  </a:cubicBezTo>
                </a:path>
              </a:pathLst>
            </a:custGeom>
            <a:noFill/>
            <a:ln w="38100">
              <a:solidFill>
                <a:schemeClr val="accent3"/>
              </a:solidFill>
              <a:prstDash val="sysDash"/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EB8B9658-C77B-92C1-40E4-0A73F40C6663}"/>
                </a:ext>
              </a:extLst>
            </p:cNvPr>
            <p:cNvSpPr/>
            <p:nvPr/>
          </p:nvSpPr>
          <p:spPr>
            <a:xfrm>
              <a:off x="4257675" y="1716518"/>
              <a:ext cx="3590925" cy="1969657"/>
            </a:xfrm>
            <a:custGeom>
              <a:avLst/>
              <a:gdLst>
                <a:gd name="connsiteX0" fmla="*/ 0 w 3590925"/>
                <a:gd name="connsiteY0" fmla="*/ 1969657 h 1969657"/>
                <a:gd name="connsiteX1" fmla="*/ 1390650 w 3590925"/>
                <a:gd name="connsiteY1" fmla="*/ 93232 h 1969657"/>
                <a:gd name="connsiteX2" fmla="*/ 3590925 w 3590925"/>
                <a:gd name="connsiteY2" fmla="*/ 455182 h 1969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590925" h="1969657">
                  <a:moveTo>
                    <a:pt x="0" y="1969657"/>
                  </a:moveTo>
                  <a:cubicBezTo>
                    <a:pt x="396081" y="1157650"/>
                    <a:pt x="792163" y="345644"/>
                    <a:pt x="1390650" y="93232"/>
                  </a:cubicBezTo>
                  <a:cubicBezTo>
                    <a:pt x="1989138" y="-159181"/>
                    <a:pt x="2790031" y="148000"/>
                    <a:pt x="3590925" y="455182"/>
                  </a:cubicBezTo>
                </a:path>
              </a:pathLst>
            </a:custGeom>
            <a:noFill/>
            <a:ln w="38100">
              <a:solidFill>
                <a:schemeClr val="accent3"/>
              </a:solidFill>
              <a:prstDash val="sysDash"/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FFA24E9-B4C6-DD5D-8C29-81281A7795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987341" y="2650978"/>
              <a:ext cx="1243186" cy="2505424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7E8E450-5322-07D8-95D7-F32BFCFA9C8E}"/>
                </a:ext>
              </a:extLst>
            </p:cNvPr>
            <p:cNvCxnSpPr>
              <a:stCxn id="13" idx="3"/>
            </p:cNvCxnSpPr>
            <p:nvPr/>
          </p:nvCxnSpPr>
          <p:spPr>
            <a:xfrm flipV="1">
              <a:off x="7176252" y="3937498"/>
              <a:ext cx="634247" cy="20130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71F6D877-A880-F119-0604-F987A4B9C7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24913" y="1733115"/>
              <a:ext cx="2149065" cy="303845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34CD8A7-DD93-5BDD-D783-065B4EF6123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42075" y="2226189"/>
              <a:ext cx="564636" cy="564636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0B53C4A-4188-3393-24C5-7372527D0A2B}"/>
                </a:ext>
              </a:extLst>
            </p:cNvPr>
            <p:cNvSpPr txBox="1"/>
            <p:nvPr/>
          </p:nvSpPr>
          <p:spPr>
            <a:xfrm>
              <a:off x="2091733" y="2207950"/>
              <a:ext cx="160614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Turn on display</a:t>
              </a:r>
              <a:br>
                <a:rPr lang="en-US" dirty="0"/>
              </a:br>
              <a:r>
                <a:rPr lang="en-US" dirty="0"/>
                <a:t>for 20 seconds.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33A4E143-57E8-98EC-9757-9BB696DE23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94805" y="2901948"/>
              <a:ext cx="1" cy="880811"/>
            </a:xfrm>
            <a:prstGeom prst="straightConnector1">
              <a:avLst/>
            </a:prstGeom>
            <a:ln w="60325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5BE5E6C-0829-7687-E678-C7929955485F}"/>
                </a:ext>
              </a:extLst>
            </p:cNvPr>
            <p:cNvSpPr txBox="1"/>
            <p:nvPr/>
          </p:nvSpPr>
          <p:spPr>
            <a:xfrm>
              <a:off x="5918340" y="2096278"/>
              <a:ext cx="11928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USB Status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4235F00-57E8-5BEC-C8A0-2143D774201F}"/>
                </a:ext>
              </a:extLst>
            </p:cNvPr>
            <p:cNvSpPr txBox="1"/>
            <p:nvPr/>
          </p:nvSpPr>
          <p:spPr>
            <a:xfrm>
              <a:off x="5720911" y="2717282"/>
              <a:ext cx="10806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DC Status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A68F00F-DB77-FF5D-2870-CDBDE8F060AC}"/>
                </a:ext>
              </a:extLst>
            </p:cNvPr>
            <p:cNvSpPr txBox="1"/>
            <p:nvPr/>
          </p:nvSpPr>
          <p:spPr>
            <a:xfrm>
              <a:off x="5729513" y="3252345"/>
              <a:ext cx="10693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AC Status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7F4ED16-2427-5017-B0E8-20C5622A69B1}"/>
                </a:ext>
              </a:extLst>
            </p:cNvPr>
            <p:cNvSpPr txBox="1"/>
            <p:nvPr/>
          </p:nvSpPr>
          <p:spPr>
            <a:xfrm>
              <a:off x="5880384" y="3873349"/>
              <a:ext cx="1295868" cy="5309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Toggle Light</a:t>
              </a:r>
              <a:br>
                <a:rPr lang="en-US" dirty="0"/>
              </a:br>
              <a:r>
                <a:rPr lang="en-US" sz="1050" dirty="0"/>
                <a:t>(In back)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A340D3B-E460-41A2-E6C9-E6FB28090DBB}"/>
                </a:ext>
              </a:extLst>
            </p:cNvPr>
            <p:cNvCxnSpPr>
              <a:stCxn id="10" idx="3"/>
            </p:cNvCxnSpPr>
            <p:nvPr/>
          </p:nvCxnSpPr>
          <p:spPr>
            <a:xfrm>
              <a:off x="7111167" y="2280944"/>
              <a:ext cx="1061282" cy="50988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F141AA2-9F9E-B627-36D5-E796CBBA1808}"/>
                </a:ext>
              </a:extLst>
            </p:cNvPr>
            <p:cNvCxnSpPr>
              <a:stCxn id="11" idx="3"/>
            </p:cNvCxnSpPr>
            <p:nvPr/>
          </p:nvCxnSpPr>
          <p:spPr>
            <a:xfrm>
              <a:off x="6801528" y="2901948"/>
              <a:ext cx="1180421" cy="35039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7798CD8-03C0-D955-1263-D30DF3D17AF3}"/>
                </a:ext>
              </a:extLst>
            </p:cNvPr>
            <p:cNvCxnSpPr>
              <a:stCxn id="12" idx="3"/>
            </p:cNvCxnSpPr>
            <p:nvPr/>
          </p:nvCxnSpPr>
          <p:spPr>
            <a:xfrm>
              <a:off x="6798845" y="3437011"/>
              <a:ext cx="1183104" cy="36346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913D5101-1E22-3462-28EC-8625DE670E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57675" y="4525283"/>
              <a:ext cx="0" cy="344160"/>
            </a:xfrm>
            <a:prstGeom prst="straightConnector1">
              <a:avLst/>
            </a:prstGeom>
            <a:ln w="60325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496622D-59F9-FB28-102B-D4106063C227}"/>
                </a:ext>
              </a:extLst>
            </p:cNvPr>
            <p:cNvSpPr txBox="1"/>
            <p:nvPr/>
          </p:nvSpPr>
          <p:spPr>
            <a:xfrm>
              <a:off x="3483905" y="4928587"/>
              <a:ext cx="154753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Toggle light on</a:t>
              </a:r>
              <a:br>
                <a:rPr lang="en-US" dirty="0"/>
              </a:br>
              <a:r>
                <a:rPr lang="en-US" dirty="0"/>
                <a:t>Power Station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AFAE86B-3C54-B04A-2066-3586619DFD6B}"/>
                </a:ext>
              </a:extLst>
            </p:cNvPr>
            <p:cNvSpPr txBox="1"/>
            <p:nvPr/>
          </p:nvSpPr>
          <p:spPr>
            <a:xfrm>
              <a:off x="3418192" y="3583969"/>
              <a:ext cx="121685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chemeClr val="bg1"/>
                  </a:solidFill>
                </a:rPr>
                <a:t>Battery: 100%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DADCDEC-557F-33F8-7E9D-D65B30A180B6}"/>
                </a:ext>
              </a:extLst>
            </p:cNvPr>
            <p:cNvSpPr txBox="1"/>
            <p:nvPr/>
          </p:nvSpPr>
          <p:spPr>
            <a:xfrm>
              <a:off x="3407163" y="3772194"/>
              <a:ext cx="121685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50" b="1" dirty="0">
                  <a:solidFill>
                    <a:schemeClr val="accent6"/>
                  </a:solidFill>
                </a:rPr>
                <a:t>Net: +200W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6D95DC5-79DD-9D93-CC83-0F125F4E32B9}"/>
                </a:ext>
              </a:extLst>
            </p:cNvPr>
            <p:cNvSpPr txBox="1"/>
            <p:nvPr/>
          </p:nvSpPr>
          <p:spPr>
            <a:xfrm>
              <a:off x="3431893" y="4010873"/>
              <a:ext cx="1216858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chemeClr val="bg1"/>
                  </a:solidFill>
                </a:rPr>
                <a:t>Active: AC, DC, Light</a:t>
              </a: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237989E2-7DF9-4C8B-5806-D444531D183B}"/>
                </a:ext>
              </a:extLst>
            </p:cNvPr>
            <p:cNvGrpSpPr/>
            <p:nvPr/>
          </p:nvGrpSpPr>
          <p:grpSpPr>
            <a:xfrm>
              <a:off x="2328557" y="253814"/>
              <a:ext cx="1295420" cy="1295420"/>
              <a:chOff x="2329508" y="1349121"/>
              <a:chExt cx="1572100" cy="1572100"/>
            </a:xfrm>
          </p:grpSpPr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098396F8-0377-F763-B58D-1A4A40254000}"/>
                  </a:ext>
                </a:extLst>
              </p:cNvPr>
              <p:cNvSpPr/>
              <p:nvPr/>
            </p:nvSpPr>
            <p:spPr>
              <a:xfrm>
                <a:off x="2441542" y="1461155"/>
                <a:ext cx="1348033" cy="1348033"/>
              </a:xfrm>
              <a:prstGeom prst="roundRect">
                <a:avLst/>
              </a:prstGeom>
              <a:solidFill>
                <a:schemeClr val="bg1"/>
              </a:solidFill>
              <a:effectLst>
                <a:outerShdw blurRad="177800" dist="38100" dir="5400000" sx="103000" sy="103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24DBBA32-3F2E-8E54-0CEB-C056C826A8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329508" y="1349121"/>
                <a:ext cx="1572100" cy="1572100"/>
              </a:xfrm>
              <a:prstGeom prst="rect">
                <a:avLst/>
              </a:prstGeom>
            </p:spPr>
          </p:pic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0E5E19C-E6CB-9990-6184-F70C23AAC402}"/>
                </a:ext>
              </a:extLst>
            </p:cNvPr>
            <p:cNvSpPr txBox="1"/>
            <p:nvPr/>
          </p:nvSpPr>
          <p:spPr>
            <a:xfrm>
              <a:off x="2316983" y="1592665"/>
              <a:ext cx="131856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Home Assistant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015248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8100">
          <a:solidFill>
            <a:schemeClr val="accent3"/>
          </a:solidFill>
          <a:prstDash val="sysDash"/>
          <a:tailEnd type="triangle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100</Words>
  <Application>Microsoft Office PowerPoint</Application>
  <PresentationFormat>Widescreen</PresentationFormat>
  <Paragraphs>23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Default</dc:creator>
  <cp:lastModifiedBy>Default</cp:lastModifiedBy>
  <cp:revision>8</cp:revision>
  <dcterms:created xsi:type="dcterms:W3CDTF">2025-10-19T17:32:34Z</dcterms:created>
  <dcterms:modified xsi:type="dcterms:W3CDTF">2025-12-28T23:40:40Z</dcterms:modified>
</cp:coreProperties>
</file>