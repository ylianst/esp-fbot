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1270-C779-5C36-F967-51C40FC000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E4B69-DD77-0375-D8C4-0126CA8D5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1E488-F483-2117-72D1-8705296E2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B008E-47B7-5A84-FBEB-9ADB90A84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EA89F-20F6-CE54-62CF-16B3211D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53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87815-51CE-ED26-3AB1-4439F7810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AF359-1D1C-46BF-7C4D-4ED279A61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F2D1D-D77C-C90D-C56B-EC0E58230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04C01D-D70A-E6A7-3C75-5507B1A9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F46D-D4F1-6B57-8A92-D9ECA5B4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28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6F531-F677-1FAA-9DB6-BF1E5755C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6D82F-1A19-E791-3209-84BECB6EE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133D2-042C-2336-30F9-CC4F664D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5E890-B081-B21C-1B96-15875746E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3C10DF-C5CF-E2BD-7995-66B0F294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1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70AF-F12A-894D-B4EB-2D96374B0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BBF40-8FD4-022F-60A1-F49BDED4B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F5A0D-5732-A37B-1075-83050DB8E9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7DE2B-F463-0D96-DBC1-A77812753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8626D-7D0E-5CA0-B4F4-D7B1FCE51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9AD88-4862-A5F8-6C86-7E6B8DC6F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164F-6623-B8EB-A1E1-6EF740DA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177DF-1636-54AF-58E1-8958895007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534704-0B95-BBDE-6989-51160BC53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12A10-000D-F209-8927-F9DDF3B11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D8FA7-46CB-7FF8-580E-00BED5E9F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F037BE-096C-9CED-079A-32D56E35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E64495-1D25-A4A6-43FB-9E8B966A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4EE0DC-30B4-5975-56E1-9AAE9F53D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41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5F007-002B-BD43-6E67-100941DF4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1720DD-CA09-BA8B-3689-451731F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5FA6CF-1F83-6422-8092-10F008536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C0CF9-3EC7-E70A-8CDB-01FFEF40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99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6E3525-AA7D-8097-59CE-3EA5FE160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F777-9768-06BF-4977-D56671B37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BACD0-BD0B-FD61-42A9-5B8CFDD0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8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C763-7B56-C4A3-6C81-DCEC0292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47ED5-61E3-7783-710D-A58FB1F28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C9238-F4BD-B06F-E0B6-7354D6035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7F48DD-A6F4-2A76-BAD1-0217A1B3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EA9055-B05F-15B6-CB4B-8DF9114BE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AE89-C13D-32C7-20EE-25538A5E1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1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31BE-3D24-53F6-F963-7E5BF09B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12F364-8C22-FE11-F1DA-9F84756650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3D0D7-A72A-0127-21CE-B6D6D259E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6CC68-1166-C1D9-4116-2903874D5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9B105-0F26-7EF2-5280-35D13183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C193C0-3923-9CC3-4E89-9FE14D122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43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F9AEE-8ABF-27DE-3FA6-FA44F7AE2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39C821-FCB6-94E5-FC2D-493E4C3BE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6CC76-4459-7D84-96B7-3C7ACE110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EAC66-B40A-9133-4092-BA364FAD4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4C643-390D-B036-A52E-1464D7D7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60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144EAD-A797-D7E8-9890-B8E409A8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F943A-7378-3B2D-B3CF-2A9A42934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95D93-BFE5-3E84-D09F-7575C2025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C18E4-A822-6457-66D5-A708C0A06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C1DA3-B587-156B-9BFA-F36B494E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21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269111-0065-448C-A097-CD358D7B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6B51B-E2DD-F0AF-E144-D4E501D4B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3AAAD-ADD4-A470-A8CD-D5F583484D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35CCE-55D4-41A9-BDB8-A4CE9CB703D2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37D03-56B7-B791-5B0E-4D9A2F3DD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EA801-9F5A-28E3-822A-E88409E7C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8A62A-E174-48F9-B2C6-7DE17A5DA0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60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14E3BD0-F48D-F18B-09DD-BEC43F305A1E}"/>
              </a:ext>
            </a:extLst>
          </p:cNvPr>
          <p:cNvGrpSpPr/>
          <p:nvPr/>
        </p:nvGrpSpPr>
        <p:grpSpPr>
          <a:xfrm>
            <a:off x="1756326" y="436235"/>
            <a:ext cx="9372977" cy="6267566"/>
            <a:chOff x="1756326" y="436235"/>
            <a:chExt cx="9372977" cy="626756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009C10-B0F4-5E07-FFD9-35BDA00340EA}"/>
                </a:ext>
              </a:extLst>
            </p:cNvPr>
            <p:cNvSpPr/>
            <p:nvPr/>
          </p:nvSpPr>
          <p:spPr>
            <a:xfrm>
              <a:off x="2397360" y="1181100"/>
              <a:ext cx="2803290" cy="2973885"/>
            </a:xfrm>
            <a:custGeom>
              <a:avLst/>
              <a:gdLst>
                <a:gd name="connsiteX0" fmla="*/ 679215 w 2803290"/>
                <a:gd name="connsiteY0" fmla="*/ 2276475 h 2276475"/>
                <a:gd name="connsiteX1" fmla="*/ 126765 w 2803290"/>
                <a:gd name="connsiteY1" fmla="*/ 447675 h 2276475"/>
                <a:gd name="connsiteX2" fmla="*/ 2803290 w 2803290"/>
                <a:gd name="connsiteY2" fmla="*/ 0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3290" h="2276475">
                  <a:moveTo>
                    <a:pt x="679215" y="2276475"/>
                  </a:moveTo>
                  <a:cubicBezTo>
                    <a:pt x="225983" y="1551781"/>
                    <a:pt x="-227248" y="827088"/>
                    <a:pt x="126765" y="447675"/>
                  </a:cubicBezTo>
                  <a:cubicBezTo>
                    <a:pt x="480778" y="68262"/>
                    <a:pt x="1642034" y="34131"/>
                    <a:pt x="2803290" y="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145C32-E9C0-D233-7642-461DE4831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8033" y="1209233"/>
              <a:ext cx="3116850" cy="5212532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A837D5E-D4E4-167A-DECE-7848CA48C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1970" y="436235"/>
              <a:ext cx="3147333" cy="255292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481A271-636C-FFA1-4777-02DF7D1330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5823" y="3784831"/>
              <a:ext cx="2542945" cy="291897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13C095A-4A66-F17C-9C63-19FF53068478}"/>
                </a:ext>
              </a:extLst>
            </p:cNvPr>
            <p:cNvGrpSpPr/>
            <p:nvPr/>
          </p:nvGrpSpPr>
          <p:grpSpPr>
            <a:xfrm>
              <a:off x="5309950" y="436235"/>
              <a:ext cx="1572100" cy="1572100"/>
              <a:chOff x="2329508" y="1349121"/>
              <a:chExt cx="1572100" cy="157210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87D18325-A25B-D337-65A1-A53E9DDBEFCB}"/>
                  </a:ext>
                </a:extLst>
              </p:cNvPr>
              <p:cNvSpPr/>
              <p:nvPr/>
            </p:nvSpPr>
            <p:spPr>
              <a:xfrm>
                <a:off x="2441542" y="1461155"/>
                <a:ext cx="1348033" cy="1348033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352796D-D1D0-EC11-6894-17536CA915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9508" y="1349121"/>
                <a:ext cx="1572100" cy="15721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90AC3B7-9476-43AD-3CF7-8AF5FDC51336}"/>
                </a:ext>
              </a:extLst>
            </p:cNvPr>
            <p:cNvSpPr txBox="1"/>
            <p:nvPr/>
          </p:nvSpPr>
          <p:spPr>
            <a:xfrm>
              <a:off x="5586630" y="1996544"/>
              <a:ext cx="10187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Home</a:t>
              </a:r>
              <a:br>
                <a:rPr lang="en-US" dirty="0"/>
              </a:br>
              <a:r>
                <a:rPr lang="en-US" dirty="0"/>
                <a:t>Assistant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3650F26-F4C2-F2D9-B00C-25747D3168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6326" y="82317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DCFF3A0-1E72-7BDA-EF51-14EFEB3DE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9005" y="550535"/>
              <a:ext cx="785904" cy="63936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BF9A6A-AAD6-D781-44A0-211C44361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5742" y="2706838"/>
              <a:ext cx="564636" cy="56463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91C97DA-578A-4199-14E4-9782D6AE05E8}"/>
                </a:ext>
              </a:extLst>
            </p:cNvPr>
            <p:cNvSpPr txBox="1"/>
            <p:nvPr/>
          </p:nvSpPr>
          <p:spPr>
            <a:xfrm>
              <a:off x="3094893" y="1756614"/>
              <a:ext cx="8118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ESP32</a:t>
              </a:r>
              <a:br>
                <a:rPr lang="en-US" dirty="0"/>
              </a:br>
              <a:r>
                <a:rPr lang="en-US" dirty="0"/>
                <a:t>Device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9B0704B-80CE-8B31-4A1A-F206239FD7C0}"/>
                </a:ext>
              </a:extLst>
            </p:cNvPr>
            <p:cNvSpPr txBox="1"/>
            <p:nvPr/>
          </p:nvSpPr>
          <p:spPr>
            <a:xfrm>
              <a:off x="4332697" y="4942751"/>
              <a:ext cx="125393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FOSSiBOT</a:t>
              </a:r>
              <a:br>
                <a:rPr lang="en-US" dirty="0"/>
              </a:br>
              <a:r>
                <a:rPr lang="en-US" dirty="0"/>
                <a:t>SYDPOWER</a:t>
              </a:r>
              <a:br>
                <a:rPr lang="en-US" dirty="0"/>
              </a:br>
              <a:r>
                <a:rPr lang="en-US" dirty="0"/>
                <a:t>AFERIY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E2394EF-1853-64FF-B7B8-F9AC0F94AA35}"/>
                </a:ext>
              </a:extLst>
            </p:cNvPr>
            <p:cNvSpPr txBox="1"/>
            <p:nvPr/>
          </p:nvSpPr>
          <p:spPr>
            <a:xfrm>
              <a:off x="4689956" y="3363385"/>
              <a:ext cx="14640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Fully local</a:t>
              </a:r>
              <a:br>
                <a:rPr lang="en-US" b="1" dirty="0"/>
              </a:br>
              <a:r>
                <a:rPr lang="en-US" b="1" dirty="0"/>
                <a:t>Battery</a:t>
              </a:r>
              <a:br>
                <a:rPr lang="en-US" b="1" dirty="0"/>
              </a:br>
              <a:r>
                <a:rPr lang="en-US" b="1" dirty="0"/>
                <a:t>Management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B7528C4-F143-B792-69C1-162C9A32A4F8}"/>
                </a:ext>
              </a:extLst>
            </p:cNvPr>
            <p:cNvCxnSpPr/>
            <p:nvPr/>
          </p:nvCxnSpPr>
          <p:spPr>
            <a:xfrm flipV="1">
              <a:off x="5929460" y="3271474"/>
              <a:ext cx="675910" cy="5440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80071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4433E-B064-6C35-260A-98E981B0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0E945597-7703-DCA5-63B2-89FF39D37E6C}"/>
              </a:ext>
            </a:extLst>
          </p:cNvPr>
          <p:cNvGrpSpPr/>
          <p:nvPr/>
        </p:nvGrpSpPr>
        <p:grpSpPr>
          <a:xfrm>
            <a:off x="1756326" y="436235"/>
            <a:ext cx="9372977" cy="6267566"/>
            <a:chOff x="1756326" y="436235"/>
            <a:chExt cx="9372977" cy="626756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FF1D18-C189-BA88-787D-56587E273232}"/>
                </a:ext>
              </a:extLst>
            </p:cNvPr>
            <p:cNvSpPr/>
            <p:nvPr/>
          </p:nvSpPr>
          <p:spPr>
            <a:xfrm>
              <a:off x="2397360" y="1181100"/>
              <a:ext cx="2803290" cy="2973885"/>
            </a:xfrm>
            <a:custGeom>
              <a:avLst/>
              <a:gdLst>
                <a:gd name="connsiteX0" fmla="*/ 679215 w 2803290"/>
                <a:gd name="connsiteY0" fmla="*/ 2276475 h 2276475"/>
                <a:gd name="connsiteX1" fmla="*/ 126765 w 2803290"/>
                <a:gd name="connsiteY1" fmla="*/ 447675 h 2276475"/>
                <a:gd name="connsiteX2" fmla="*/ 2803290 w 2803290"/>
                <a:gd name="connsiteY2" fmla="*/ 0 h 227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03290" h="2276475">
                  <a:moveTo>
                    <a:pt x="679215" y="2276475"/>
                  </a:moveTo>
                  <a:cubicBezTo>
                    <a:pt x="225983" y="1551781"/>
                    <a:pt x="-227248" y="827088"/>
                    <a:pt x="126765" y="447675"/>
                  </a:cubicBezTo>
                  <a:cubicBezTo>
                    <a:pt x="480778" y="68262"/>
                    <a:pt x="1642034" y="34131"/>
                    <a:pt x="2803290" y="0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09AB5A-4E8E-96C7-75F4-8D98F57D3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8033" y="1209233"/>
              <a:ext cx="3116850" cy="5212532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A070D71-4C26-C1B0-5DE4-ADE9562A1C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1970" y="436235"/>
              <a:ext cx="3147333" cy="2552921"/>
            </a:xfrm>
            <a:prstGeom prst="rect">
              <a:avLst/>
            </a:prstGeom>
            <a:effectLst>
              <a:outerShdw blurRad="177800" dist="38100" dir="5400000" sx="103000" sy="103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D9C46F3-90A8-ACF3-F15B-D493EFCE5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55823" y="3784831"/>
              <a:ext cx="2542945" cy="2918970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6063694-F7F5-E219-043F-527886087A7C}"/>
                </a:ext>
              </a:extLst>
            </p:cNvPr>
            <p:cNvGrpSpPr/>
            <p:nvPr/>
          </p:nvGrpSpPr>
          <p:grpSpPr>
            <a:xfrm>
              <a:off x="5309950" y="436235"/>
              <a:ext cx="1572100" cy="1572100"/>
              <a:chOff x="2329508" y="1349121"/>
              <a:chExt cx="1572100" cy="1572100"/>
            </a:xfrm>
          </p:grpSpPr>
          <p:sp>
            <p:nvSpPr>
              <p:cNvPr id="10" name="Rectangle: Rounded Corners 9">
                <a:extLst>
                  <a:ext uri="{FF2B5EF4-FFF2-40B4-BE49-F238E27FC236}">
                    <a16:creationId xmlns:a16="http://schemas.microsoft.com/office/drawing/2014/main" id="{CEC39AAE-8F2D-BD8A-C490-9CC0C05ECCB5}"/>
                  </a:ext>
                </a:extLst>
              </p:cNvPr>
              <p:cNvSpPr/>
              <p:nvPr/>
            </p:nvSpPr>
            <p:spPr>
              <a:xfrm>
                <a:off x="2441542" y="1461155"/>
                <a:ext cx="1348033" cy="1348033"/>
              </a:xfrm>
              <a:prstGeom prst="roundRect">
                <a:avLst/>
              </a:prstGeom>
              <a:solidFill>
                <a:schemeClr val="bg1"/>
              </a:solidFill>
              <a:effectLst>
                <a:outerShdw blurRad="177800" dist="38100" dir="5400000" sx="103000" sy="103000" algn="t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225B6E4-A256-C10F-5FD1-3DFB51A961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29508" y="1349121"/>
                <a:ext cx="1572100" cy="1572100"/>
              </a:xfrm>
              <a:prstGeom prst="rect">
                <a:avLst/>
              </a:prstGeom>
            </p:spPr>
          </p:pic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AA23F15-FEF3-A611-ABBA-507F4FEAE605}"/>
                </a:ext>
              </a:extLst>
            </p:cNvPr>
            <p:cNvSpPr txBox="1"/>
            <p:nvPr/>
          </p:nvSpPr>
          <p:spPr>
            <a:xfrm>
              <a:off x="5586630" y="1996544"/>
              <a:ext cx="10187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Home</a:t>
              </a:r>
              <a:br>
                <a:rPr lang="en-US" dirty="0"/>
              </a:br>
              <a:r>
                <a:rPr lang="en-US" dirty="0"/>
                <a:t>Assistant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8F0C50-D978-2516-3012-3846082C667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756326" y="82317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3C260F8-04C1-59AB-D2B8-96838699F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9005" y="550535"/>
              <a:ext cx="785904" cy="63936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2FCB469-2458-1902-CCBD-C2642C59A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5742" y="2706838"/>
              <a:ext cx="564636" cy="564636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4E6490-056A-5978-DF16-99B26E56A4BD}"/>
                </a:ext>
              </a:extLst>
            </p:cNvPr>
            <p:cNvSpPr txBox="1"/>
            <p:nvPr/>
          </p:nvSpPr>
          <p:spPr>
            <a:xfrm>
              <a:off x="2923116" y="1756614"/>
              <a:ext cx="115544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ESP-Home</a:t>
              </a:r>
              <a:br>
                <a:rPr lang="en-US" dirty="0"/>
              </a:br>
              <a:r>
                <a:rPr lang="en-US" dirty="0"/>
                <a:t>Device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0DC70C8-0BD9-8E45-C236-1DEF45454B1E}"/>
                </a:ext>
              </a:extLst>
            </p:cNvPr>
            <p:cNvSpPr txBox="1"/>
            <p:nvPr/>
          </p:nvSpPr>
          <p:spPr>
            <a:xfrm>
              <a:off x="4332697" y="4942751"/>
              <a:ext cx="125393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FOSSiBOT</a:t>
              </a:r>
              <a:br>
                <a:rPr lang="en-US" dirty="0"/>
              </a:br>
              <a:r>
                <a:rPr lang="en-US" dirty="0"/>
                <a:t>SYDPOWER</a:t>
              </a:r>
              <a:br>
                <a:rPr lang="en-US" dirty="0"/>
              </a:br>
              <a:r>
                <a:rPr lang="en-US" dirty="0"/>
                <a:t>AFERIY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8123406-0C99-74CA-A857-6B1A031B6057}"/>
                </a:ext>
              </a:extLst>
            </p:cNvPr>
            <p:cNvSpPr txBox="1"/>
            <p:nvPr/>
          </p:nvSpPr>
          <p:spPr>
            <a:xfrm>
              <a:off x="4689956" y="3363385"/>
              <a:ext cx="14640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/>
                <a:t>Fully local</a:t>
              </a:r>
              <a:br>
                <a:rPr lang="en-US" b="1" dirty="0"/>
              </a:br>
              <a:r>
                <a:rPr lang="en-US" b="1" dirty="0"/>
                <a:t>Battery</a:t>
              </a:r>
              <a:br>
                <a:rPr lang="en-US" b="1" dirty="0"/>
              </a:br>
              <a:r>
                <a:rPr lang="en-US" b="1" dirty="0"/>
                <a:t>Management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7E1474F-78AF-E55D-6FCF-EAE10EE55075}"/>
                </a:ext>
              </a:extLst>
            </p:cNvPr>
            <p:cNvCxnSpPr/>
            <p:nvPr/>
          </p:nvCxnSpPr>
          <p:spPr>
            <a:xfrm flipV="1">
              <a:off x="5929460" y="3271474"/>
              <a:ext cx="675910" cy="54402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154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59BAA02-7D48-365D-6217-2E05776B2B85}"/>
              </a:ext>
            </a:extLst>
          </p:cNvPr>
          <p:cNvGrpSpPr/>
          <p:nvPr/>
        </p:nvGrpSpPr>
        <p:grpSpPr>
          <a:xfrm>
            <a:off x="2618695" y="1716518"/>
            <a:ext cx="6855283" cy="3055056"/>
            <a:chOff x="2618695" y="1716518"/>
            <a:chExt cx="6855283" cy="305505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6E4EC5B-AE91-B051-F2A4-B8CF2C6C1294}"/>
                </a:ext>
              </a:extLst>
            </p:cNvPr>
            <p:cNvSpPr/>
            <p:nvPr/>
          </p:nvSpPr>
          <p:spPr>
            <a:xfrm>
              <a:off x="4257675" y="1716518"/>
              <a:ext cx="3590925" cy="1969657"/>
            </a:xfrm>
            <a:custGeom>
              <a:avLst/>
              <a:gdLst>
                <a:gd name="connsiteX0" fmla="*/ 0 w 3590925"/>
                <a:gd name="connsiteY0" fmla="*/ 1969657 h 1969657"/>
                <a:gd name="connsiteX1" fmla="*/ 1390650 w 3590925"/>
                <a:gd name="connsiteY1" fmla="*/ 93232 h 1969657"/>
                <a:gd name="connsiteX2" fmla="*/ 3590925 w 3590925"/>
                <a:gd name="connsiteY2" fmla="*/ 455182 h 1969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90925" h="1969657">
                  <a:moveTo>
                    <a:pt x="0" y="1969657"/>
                  </a:moveTo>
                  <a:cubicBezTo>
                    <a:pt x="396081" y="1157650"/>
                    <a:pt x="792163" y="345644"/>
                    <a:pt x="1390650" y="93232"/>
                  </a:cubicBezTo>
                  <a:cubicBezTo>
                    <a:pt x="1989138" y="-159181"/>
                    <a:pt x="2790031" y="148000"/>
                    <a:pt x="3590925" y="455182"/>
                  </a:cubicBezTo>
                </a:path>
              </a:pathLst>
            </a:custGeom>
            <a:noFill/>
            <a:ln w="38100">
              <a:solidFill>
                <a:schemeClr val="accent3"/>
              </a:solidFill>
              <a:prstDash val="sysDash"/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7F43081-7E3B-8A46-F514-14D8C363D43D}"/>
                </a:ext>
              </a:extLst>
            </p:cNvPr>
            <p:cNvCxnSpPr>
              <a:stCxn id="13" idx="3"/>
            </p:cNvCxnSpPr>
            <p:nvPr/>
          </p:nvCxnSpPr>
          <p:spPr>
            <a:xfrm flipV="1">
              <a:off x="7176252" y="3937498"/>
              <a:ext cx="634247" cy="20130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3274FB5-7C7C-0391-89AA-5A62B2DD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24913" y="1733115"/>
              <a:ext cx="2149065" cy="3038459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6D3D876E-1C01-C59C-B7C9-B6809A2D6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11097" y="3252346"/>
              <a:ext cx="1519576" cy="1370305"/>
            </a:xfrm>
            <a:prstGeom prst="rect">
              <a:avLst/>
            </a:prstGeom>
            <a:effectLst>
              <a:outerShdw blurRad="177800" dist="38100" dir="5400000" sx="101000" sy="101000" algn="t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EF5BC17-EDE7-A608-388E-E999DB47E3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2075" y="2226189"/>
              <a:ext cx="564636" cy="564636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B3123C1-62A9-32F8-9C9F-4442FC918D62}"/>
                </a:ext>
              </a:extLst>
            </p:cNvPr>
            <p:cNvSpPr txBox="1"/>
            <p:nvPr/>
          </p:nvSpPr>
          <p:spPr>
            <a:xfrm>
              <a:off x="2618695" y="2070951"/>
              <a:ext cx="19804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Press the button to</a:t>
              </a:r>
              <a:br>
                <a:rPr lang="en-US" dirty="0"/>
              </a:br>
              <a:r>
                <a:rPr lang="en-US" dirty="0"/>
                <a:t>toggle a function.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3E245F8-E40D-D934-83E3-ECF0ABAD45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61359" y="2717282"/>
              <a:ext cx="1" cy="880811"/>
            </a:xfrm>
            <a:prstGeom prst="straightConnector1">
              <a:avLst/>
            </a:prstGeom>
            <a:ln w="6032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84E1B36-3217-9C73-9BF7-111467FE6389}"/>
                </a:ext>
              </a:extLst>
            </p:cNvPr>
            <p:cNvSpPr txBox="1"/>
            <p:nvPr/>
          </p:nvSpPr>
          <p:spPr>
            <a:xfrm>
              <a:off x="5918340" y="2096278"/>
              <a:ext cx="1217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USB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D335C8-B999-D8EC-0B56-452AA2D57B32}"/>
                </a:ext>
              </a:extLst>
            </p:cNvPr>
            <p:cNvSpPr txBox="1"/>
            <p:nvPr/>
          </p:nvSpPr>
          <p:spPr>
            <a:xfrm>
              <a:off x="5720911" y="2717282"/>
              <a:ext cx="11056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DC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99DC5A4-2D92-0D53-7911-45EAF2CD540E}"/>
                </a:ext>
              </a:extLst>
            </p:cNvPr>
            <p:cNvSpPr txBox="1"/>
            <p:nvPr/>
          </p:nvSpPr>
          <p:spPr>
            <a:xfrm>
              <a:off x="5729513" y="3252345"/>
              <a:ext cx="109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Toggle AC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D6A243-DCC0-9DA0-DF9D-8DC38AEE0C5F}"/>
                </a:ext>
              </a:extLst>
            </p:cNvPr>
            <p:cNvSpPr txBox="1"/>
            <p:nvPr/>
          </p:nvSpPr>
          <p:spPr>
            <a:xfrm>
              <a:off x="5880384" y="3873349"/>
              <a:ext cx="1295868" cy="5309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Toggle Light</a:t>
              </a:r>
              <a:br>
                <a:rPr lang="en-US" dirty="0"/>
              </a:br>
              <a:r>
                <a:rPr lang="en-US" sz="1050" dirty="0"/>
                <a:t>(In back)</a:t>
              </a: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802D709-327A-8072-E5C8-87CE0CA3F94A}"/>
                </a:ext>
              </a:extLst>
            </p:cNvPr>
            <p:cNvCxnSpPr>
              <a:stCxn id="10" idx="3"/>
            </p:cNvCxnSpPr>
            <p:nvPr/>
          </p:nvCxnSpPr>
          <p:spPr>
            <a:xfrm>
              <a:off x="7136174" y="2280944"/>
              <a:ext cx="1036275" cy="50988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8D7FA85-A56F-A648-86CA-D87F0F82A1E6}"/>
                </a:ext>
              </a:extLst>
            </p:cNvPr>
            <p:cNvCxnSpPr>
              <a:stCxn id="11" idx="3"/>
            </p:cNvCxnSpPr>
            <p:nvPr/>
          </p:nvCxnSpPr>
          <p:spPr>
            <a:xfrm>
              <a:off x="6826535" y="2901948"/>
              <a:ext cx="1155414" cy="3503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CCB8B48-352B-B4ED-778B-9DF6ABB34562}"/>
                </a:ext>
              </a:extLst>
            </p:cNvPr>
            <p:cNvCxnSpPr>
              <a:stCxn id="12" idx="3"/>
            </p:cNvCxnSpPr>
            <p:nvPr/>
          </p:nvCxnSpPr>
          <p:spPr>
            <a:xfrm>
              <a:off x="6823852" y="3437011"/>
              <a:ext cx="1158097" cy="36346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0284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chemeClr val="accent3"/>
          </a:solidFill>
          <a:prstDash val="sysDash"/>
          <a:tailEnd type="triangle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56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Default</dc:creator>
  <cp:lastModifiedBy>Default</cp:lastModifiedBy>
  <cp:revision>6</cp:revision>
  <dcterms:created xsi:type="dcterms:W3CDTF">2025-10-19T17:32:34Z</dcterms:created>
  <dcterms:modified xsi:type="dcterms:W3CDTF">2025-12-10T00:14:35Z</dcterms:modified>
</cp:coreProperties>
</file>